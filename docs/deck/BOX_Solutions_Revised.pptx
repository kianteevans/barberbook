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2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needs staffed.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fixed-fee project and three twelve-month retainers. This is the internal side-by-side view,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items are open for decision. None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 2026-09-02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1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8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20" name="Text 13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an ISV’s AWS business needs staffed.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5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6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 business needs staffed.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the product listed, running the AWS partnership, operating the Marketplace, and building the reseller channel — covered between the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26970"/>
            <a:ext cx="293370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1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4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070" y="2426970"/>
            <a:ext cx="2933700" cy="29083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33731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6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9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770" y="2426970"/>
            <a:ext cx="2933700" cy="29083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1798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1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4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470" y="2426970"/>
            <a:ext cx="2933700" cy="29083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9865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6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8" name="Text 16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9" name="Shape 17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0" name="Text 18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buyers, four boundaries.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ladder, different job, different buyer, different cost base, different Solution ID.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rung is.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 Core,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 and Competency acceptance, MDF availability, BOX Program listings approved, and AWS-sourced leads — all AWS’s decisions.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 — volume, turnaround and review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every number is settled.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so no target is ever mistaken for a commitment.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terms to agree between us.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needed first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fee and the ladder are only validated once the split is known — so these terms come before any repricing.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waves, along the value chain.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p10’s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the sequence changes.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Approve the sequence, confirm the lead partner of record, name the dates.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165350"/>
            <a:ext cx="11055350" cy="2667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352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35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352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66420" y="27495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2829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8163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3497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8831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5527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143500" y="25527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366000" y="2552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— Partner Central evidence to attach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194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28194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366000" y="28194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0861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43500" y="30861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366000" y="30861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3528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143500" y="33528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7366000" y="33528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6195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143500" y="36195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7366000" y="36195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38862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outcomes per rung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143500" y="38862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7366000" y="38862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Set — all three retainers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1529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Staffing, bands and overflow rates behind every rung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143500" y="41529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366000" y="41529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capacity-test and price before any customer artifact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4196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143500" y="44196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7366000" y="44196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Needed before any turnaround is published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6863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CPPO boundary — Operations vs Partner Development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5143500" y="46863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366000" y="46863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49530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5143500" y="4953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366000" y="49530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749300" y="53086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9" name="Shape 4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 and the CPPO boundary,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3393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3393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33934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PRICE IT BEFORE APPROVING</a:t>
            </a:r>
            <a:endParaRPr lang="en-US" sz="800" dirty="0"/>
          </a:p>
        </p:txBody>
      </p:sp>
      <p:sp>
        <p:nvSpPr>
          <p:cNvPr id="22" name="Text 15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2026-09-02T06:06:08Z</dcterms:created>
  <dcterms:modified xsi:type="dcterms:W3CDTF">2026-09-02T06:06:08Z</dcterms:modified>
</cp:coreProperties>
</file>