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brief: how Automatum — a cloud-marketplace management platform serving 80+ ISVs on AWS, Azure, GCP and Red Hat — can put Archera to work. The lead motion is attach: Archera is free, it installs in minutes, and it produces savings on the AWS bills most of Automatum's customers already pay. Secondary motions are a self-funding subscription, FTR acceleration, cover for unforecastable AI spend, and rev-share on premiums through CPPO. Prepared as an alliance-advisory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mechanic slide, and a reference sheet rather than a teaching slide. Three things to say out loud: the commitment sits in their payer account, so counterparty risk is limited to the guarantee rather than to the discount itself; Archera 1-year beats a native 1-year at identical lock-in, 42.75 against 36; and the 30-day rate is only 'worse' than a native 1-year for spend that could actually have taken a year. For a non-technical audience, the plain version is an annual subscription somebody else signs and carries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attach and stay there — everything else is upside. The reason attach is credible here and not for a typical partner: Automatum already holds the billing relationship, already connects to customer accounts as part of listing work, and already reconciles the marketplace rails the premium bills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exit-path split is the expert detail on this slide: only EC2 Standard RIs have a resale route (the RI Marketplace, which must be enabled), so everything else — Savings Plans included — settles through the rebate guarantee. That answers the obvious objection that Savings Plans cannot be resold. Also worth saying: RDS, OpenSearch, ElastiCache and Redshift often carry as much reservable spend as EC2 in a SaaS estate.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Automatum from a generic partner pitch: the rev-share plumbing most partners would have to build is the product Automatum already sells. The ESR bands are the evidence line — the median company under $500K of annual compute has captured nothing, and that is most of an ISV base. The sequencing slide later in the deck turns these same bands into a sales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defend the inputs — invite the audience to replace them. The point of the slide is that even the conservative column, at $10K a month of average AWS spend, produces a high-six-figure savings pool for the base (seven figures in the base case) and a six-figure revenue line for Automatum at the agreement's 20-30% tiers. If Automatum can pull actual spend data for even ten accounts, the base case tightens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left open: we do not put Automatum's price on the slide, because we do not have it and guessing it would undermine everything else. Ask them to fill it in live. If a mid-tier subscription is anywhere below roughly $28K a year, the self-funding claim on the next section is arithmetic rather than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Signpost slide. If time is short, cover 01 and 02 properly and leave 03 to 05 as a read-ahead.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ask on Automatum is small: an install and a report. That is the argument for starting with attach rather than with rev-share — it proves value before anyone negotiates terms. The next two slides make this concrete: where it enters presales, and in what order to work the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claim of the whole deck: this fits inside conversations that are already on the calendar. The discovery row is the one to dwell on — a read-only billing connection granted during scoping produces the number every later stage runs on. Stage names here follow Automatum's published motion; confirm the real internal names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argument for starting mid-band: the sub-$500K band is bigger but each win is small, and the $10M+ band is where a botched first conversation is most expensive. Two mid-band pilots produce the numbers that make both other bands easier. The three plays keep the motion from being one-size-fits-all without turning it into bespoke consulting.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retention argument as much as the sales one. Ask them directly: what does a renewal conversation look like when the customer can see a larger number coming back off their AWS bill than they pay you?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oversell this one. Archera automates the assessment, not the remediation — the ISV still has to fix what the review finds. The value is in removing the data-gathering slog and keeping the review current, which is where most FTRs actually 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AI-heavy ISV this is usually the opening use case rather than the fourth. If the room is full of AI-native customers, promote this slide ahead of use case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per-account choice, not a one-time fork: refer on the accounts where Automatum wants no delivery role, resell where it already operates consolidated billing or wants the structural margin. The AWS 2025 policy ending cross-customer RI/SP sharing makes the resell question urgent for anyone running consolidated billing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the plumbing is Automatum's home turf — CPPO, private offers, metering, disbursement reconciliation are the product they already operate. The terms panel now reflects the distributor agreement template: 20/25/30 tiers on marketplace net revenue, monthly, via the Partner Portal — and rev-share applies to net-new Archera customers only, which makes moving before Archera sells into the base directly worth real money. Still open: execution, starting tier, joint GTM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with care: the source deck is stamped confidential and do-not-distribute. The anonymised vertical-level figures are used here; the named GCP reference in that pack has been deliberately left out pending clearance. If Archera clears it, the named reference is a strong addition to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enablement bar in the agreement: three people through Archera Sales Enablement and one through Technical Sales Enablement, both free, plus a twice-monthly pipeline cadence with Archera. Keep the pilot to two accounts. The single most useful output of days 0 to 30 is a real coverage baseline across those accounts, because it replaces every assumption on the sizing slide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makes the other eighteen credible, and the two operational gotchas — rebate cover being off by default, and buybacks needing a filed request — are exactly the kind of thing a partner is well placed to own on the customer's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two-pilot ask, not on the rev-share. The rev-share is worth more over time, but the pilot is what turns every assumption in this deck into Automatum's own data — and it costs them an install and a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658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ALLIANCE ADVISORY BRIEF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8016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Archera to work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Automatum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6265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 attached to the AWS estates of the 80+ ISVs Automatum already serves — inserted through the presales motion that already runs, with the premium metered through CPPO on the rails Automatum already reconciles.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315968"/>
            <a:ext cx="1439266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315968"/>
            <a:ext cx="14392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2498" y="4315968"/>
            <a:ext cx="991210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52498" y="4315968"/>
            <a:ext cx="9912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ISVs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0011" y="4315968"/>
            <a:ext cx="1618488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90011" y="4315968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Presales attach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54803" y="4315968"/>
            <a:ext cx="1887322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54803" y="4315968"/>
            <a:ext cx="1887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via CPPO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18120" y="129844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74152" y="14264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2" y="17739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on-demand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30428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74152" y="24323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2779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18120" y="331012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74152" y="34381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3785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terms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18120" y="431596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44439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074152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STRUCTURE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Archera, in one slide.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three-year RI or Savings Plan, bought into the customer's own payer account. Their obligation is 30 days or 12 months; Archera carries the balance and AWS bills them directly throughout. Archera calls these Guaranteed Commitments.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THREE-YEAR COMMITMENT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21408"/>
            <a:ext cx="1920240" cy="585216"/>
          </a:xfrm>
          <a:prstGeom prst="roundRect">
            <a:avLst>
              <a:gd name="adj" fmla="val 12500"/>
            </a:avLst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2140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  ·  theirs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79776" y="2121408"/>
            <a:ext cx="849751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carries months 2–36 — 30-day term shown. </a:t>
            </a:r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1-year, theirs through month 12.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167274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1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13141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893247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3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1455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SAVINGS RATE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50408" y="3145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1455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EXIT?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694944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474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50008" y="36027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43984" y="34747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550408" y="3474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34747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9319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50008" y="40599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0008" y="4059936"/>
            <a:ext cx="982980" cy="128016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43984" y="39319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9319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9319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3891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350008" y="45171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0008" y="4517136"/>
            <a:ext cx="1241659" cy="128016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43984" y="43891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4389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389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48463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350008" y="49743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0008" y="4974336"/>
            <a:ext cx="1474470" cy="128016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43984" y="48463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550408" y="48463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48463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5303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43984" y="53035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550408" y="53035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53035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760720"/>
            <a:ext cx="7114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the created saving on the 30-day, 25% on the 1-year. No savings, no fee.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863840" y="3145536"/>
            <a:ext cx="37609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SETTLEMENT PATHS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863840" y="3401568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3529584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GUARANTEE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3730752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exit.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3986784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buys the commitment back, on terms as short as 30 days. Applies to select AWS commitments — covered services on slide 4.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863840" y="4718304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01584" y="4846320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GUARANTEE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101584" y="5047488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stay, and get paid back.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101584" y="5303520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losses on what went unused, reimbursed in cash by ACH rather than credits. Broader coverage — and off by default.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sells no commitment shorter than one year, at any price.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four ways to win.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a free, multicloud commitment-management platform. For Automatum it attaches to a base that already exists: 80+ ISVs, most with AWS estates — and at the measured 55% median commitment coverage, most of that spend sits uncovered (AWS share of the base to confirm). The premium bills through the AWS Marketplace channel Automatum already operates.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through presales, to the base you already have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savings analysis rides discovery, coverage lands at go-live, and the QBR gets a value agenda. No new pipeline to build.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28568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saving can cover what they pay Automatum — turning a cost line into one that argues for itself.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8144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4176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4176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Well-Architected Reviews, Lenses and the Foundational Technical Review, written back to the AWS Well-Architected Tool.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3751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9783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39783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39783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20–30% tiered revenue share on premiums, through the CPPO channel Automatum already runs.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34009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is the point. </a:t>
            </a:r>
            <a:pPr indent="0" marL="0"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three compound on top of it — and part four runs them as five motions, starting with the attach, which works on day one.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Archera is.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procurement and commitment-management layer that helps AWS teams forecast, optimise and insure their commitments — then keep the savings.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&amp; FinOps management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RI and Savings Plan purchasing, and maximise private-pricing coverage.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0016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00016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Contractual, reinsurance-backed alternatives to native terms — commit without over-commitment risk.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assessments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WAFR, industry and technology Lenses, and the FTR.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43984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0016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custom BI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business and cloud-cost data into drill-down dashboards and forecasts.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084832"/>
            <a:ext cx="32122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BY EXIT PATH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412480" y="2340864"/>
            <a:ext cx="321228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2505456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PATH · RESALE EXISTS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2724912"/>
            <a:ext cx="2773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Standard RIs — resellable on the RI Marketplace, which must be enabled on the account before a buyback can execute.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2480" y="3675888"/>
            <a:ext cx="3212287" cy="1627632"/>
          </a:xfrm>
          <a:prstGeom prst="roundRect">
            <a:avLst>
              <a:gd name="adj" fmla="val 39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3840480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PATH · NO RESALE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4059936"/>
            <a:ext cx="2773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Savings Plans (EC2, Lambda, Fargate) and the reserved instances, nodes and capacity behind RDS, ElastiCache, OpenSearch, Redshift and DynamoDB. No resale route — the rebate guarantee covers them, off by default.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5431536"/>
            <a:ext cx="32122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why the release guarantee applies to select commitments while the rebate guarantee is the broader of the two. Mapping inferred from AWS resale rules — confirm the covered list with Archera.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itself is 100% free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6168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3600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full ownership of their AWS billing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 from AWS Marketplace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6168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3600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AWS, Azure and Google Cloud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Automatum.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live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514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144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$120M+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1658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GMV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8335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965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37479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since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156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787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9978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4608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days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09122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listing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85799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0429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94943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in place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2724912"/>
            <a:ext cx="384048" cy="45720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hold the relationship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logo and no new contract vehicle. This is an offer to customers Automatum already bills every month, through a conversation that is already scheduled.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07738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2058" y="2724912"/>
            <a:ext cx="384048" cy="45720"/>
          </a:xfrm>
          <a:prstGeom prst="rect">
            <a:avLst/>
          </a:prstGeom>
          <a:solidFill>
            <a:srgbClr val="0E93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82058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run the plumbing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82058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premium bills through AWS Marketplace and draws down the customer's EDP commit. Private offers, metering and CPPO resale are Automatum's core competency, not a new build.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8549" y="2450592"/>
            <a:ext cx="3576218" cy="2212848"/>
          </a:xfrm>
          <a:prstGeom prst="roundRect">
            <a:avLst>
              <a:gd name="adj" fmla="val 289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2869" y="2724912"/>
            <a:ext cx="384048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2869" y="2907792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customers are the under-covered band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22869" y="3639312"/>
            <a:ext cx="302757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 and scaleups sit where measured savings capture is lowest — a skew to confirm from account data. The bands below are the sales map for the base.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914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66928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804672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1664208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07738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45482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4545482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5405018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48549" y="5029200"/>
            <a:ext cx="3576218" cy="566928"/>
          </a:xfrm>
          <a:prstGeom prst="roundRect">
            <a:avLst>
              <a:gd name="adj" fmla="val 1129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86293" y="5102352"/>
            <a:ext cx="23874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8286293" y="52486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9145829" y="5248656"/>
            <a:ext cx="2241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724144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multicloud shape matches too — </a:t>
            </a:r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guarantee structure covers AWS, Azure and Google Cloud from one control plane.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figures per the company's published positioning (automatum.io) — confirm before circulation. Bands: ProsperOps median Effective Savings Rate by annual AWS compute usage, read from billing data.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in your base, sized.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is on the slide. Change any one of them and the arithmetic follows — the shape of the answer does not.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903720" y="1792224"/>
            <a:ext cx="2322576" cy="3822192"/>
          </a:xfrm>
          <a:prstGeom prst="roundRect">
            <a:avLst>
              <a:gd name="adj" fmla="val 275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188366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running on AWS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22677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791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AWS spend per ISV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/ mo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/ mo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791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/ mo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0906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annual AWS spend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$9.6M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$24.0M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906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0215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60% reservable  (compute, RDS, OpenSearch, ElastiCache, Redshift, DynamoDB)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$5.8M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$14.4M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02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$28.8M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386791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45% not yet covered by any commitment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$2.6M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$13.0M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3251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to the ISVs  ·  35% blended net rate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$0.91M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$2.27M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281160" y="43251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$4.54M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7365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premium pool  ·  22% of addressable spend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9204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$0.57M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$1.43M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736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$2.85M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10235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66928" y="51480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revenue to Automatum  ·  20–30% tiered rev-share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89204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$114–171K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$285–428K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81160" y="51480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$570–855K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Illustrative. Reservable share and the blended Archera rate are assumptions; the 45% coverage gap follows the measured 55% median AWS commitment coverage (ProsperOps). The 22% premium is the gap between the 57% a three-year creates and the 35% blended net the customer keeps. Rev-share tiers per Archera's distributor agreement: Bronze 20% (under $100K GRI/GSP MRR), Silver 25% (under $500K), Gold 30% ($1M+) — the base case's ~$119K premium MRR lands in Silver.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customer, worked.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ISV at the base-case spend. No re-architecting and no workload migration — connecting billing is the whole project.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$300K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on AWS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a month — the base-case ISV.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reservable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the bill: compute plus RDS, OpenSearch, ElastiCache, Redshift, DynamoDB.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8549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covered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reservable base, at the measured median coverage. This is what Archera is for.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2102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ON THAT $81K, BY TERM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30-day  ·  28.5%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$23.1K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any time after 30 days.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0773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6377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 ·  35%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6377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456377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 mix across an estate.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8549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4581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1-year  ·  42.75%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04581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$34.6K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8304581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lock-in as a native one-year, 6.75 points better.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41A4F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" y="5266944"/>
            <a:ext cx="104360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 a year back, on one mid-sized customer. </a:t>
            </a:r>
            <a:pPr indent="0" marL="0"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that ISV pays Automatum, this is the number that now sits next to it on the renewal.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at the base-case assumptions from the previous slide. Net of Archera's premium. Drop Automatum's own list price into the final box to close the argument in front of a customer.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MOTIONS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motions to put</a:t>
            </a:r>
            <a:endParaRPr lang="en-US" sz="3500" dirty="0"/>
          </a:p>
          <a:p>
            <a:pPr indent="0" marL="0">
              <a:lnSpc>
                <a:spcPts val="41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to work.</a:t>
            </a:r>
            <a:endParaRPr lang="en-US" sz="3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700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stands on its own and they compound together. The first is the one that works on day one — the two slides after it show how it runs through presales and across the base.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309360" y="804672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47104" y="80467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14032" y="9875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the installed base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14032" y="1298448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install, minimal privileges, live in days.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883664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47104" y="188366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14032" y="2066544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114032" y="2377440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bill starts paying for the programme.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09360" y="2962656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962656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3145536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14032" y="3456432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WAFR, Lenses and FTR at no tooling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4041648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4041648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4224528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4535424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bursty and migrating workloads — covered, not locked.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9360" y="5120640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47104" y="512064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5303520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5614416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 on premiums, billed via AWS Marketplace CPPO.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PRIMARY MOTION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every ISV you already serve.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build, nothing to staff, and no new commercial relationship to open. The base already exists.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85216" y="2194560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customer's payer account in minutes, with minimal privileges — installed from AWS Marketplace.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85216" y="2816352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67004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savings analysis shows the coverage gap in hard numbers before anyone commits to anything.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5216" y="3438144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29184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optimisation only: no re-architecting, no workload migration, no change to how the ISV runs.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85216" y="4059936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913632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days — inside Automatum's standard onboarding window, on the same access the listing build requires.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5216" y="4681728"/>
            <a:ext cx="155448" cy="155448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535424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free. The customer pays a premium only on savings actually created.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680960" y="1956816"/>
            <a:ext cx="3943807" cy="3310128"/>
          </a:xfrm>
          <a:prstGeom prst="roundRect">
            <a:avLst>
              <a:gd name="adj" fmla="val 193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55280" y="2176272"/>
            <a:ext cx="3395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TO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0545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value-add that can be offered to the whole base at once, not sold account by account.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23697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conversation opens with a number from the customer's own bill, not a pitch.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396849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reference book runs 93–100% commitment utilisation — savings get used, not idled.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4700016"/>
            <a:ext cx="339516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the quarterly check-in a reason to exist beyond listing maintenance.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billing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62656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63824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gap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163824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savings analysis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58384" y="5230368"/>
            <a:ext cx="2231136" cy="713232"/>
          </a:xfrm>
          <a:prstGeom prst="roundRect">
            <a:avLst>
              <a:gd name="adj" fmla="val 897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59552" y="53218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it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559552" y="56144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or 1-year terms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PRESALES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Archera enters your presales motion.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pipeline and no new meeting. Each stage Automatum already runs gets one insertion point — mapped here against the published motion; swap in your internal stage names.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04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 artefact, not a pitch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2084832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read-only billing access in the scoping conversation that already happens. Coverage and Effective Savings Rate numbers come back inside the week — and earn a seat with the ISV's finance owner, not just product.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8712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BUILD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540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account, two outputs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70248" y="2834640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minimal-privilege install that runs the savings analysis also feeds the Well-Architected and FTR auto-population — no second ask of the customer (assessment scope to confirm with Archera).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21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039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lands before marketplace revenue ramps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584448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 shows up on the ISV's AWS bill from the first covered month — offsetting the Automatum fee while the listing is still ramping.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279392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70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&amp; CO-SELL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537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 AWS seller can act 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70248" y="4334256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savings number from the customer's own bill gives the AWS account team a concrete reason to engage — and strengthens the co-sell narrative on the listing side too.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206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3035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maintenance check-in to value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270248" y="5084064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drift, utilisation and savings-to-date give the quarterly conversation an agenda beyond listing upkeep — and set up the renewal.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what: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connect and the analysis; Archera builds and manages the commitments; the ISV signs one private offer.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INSTALLED BASE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the 80+: sequence by spend, not tenure.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 — the bands say where to start and what to lead with.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base. Smallest per account, fastest to close — nobody there has a FinOps function, and the median company is simply paying list.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 motion: standard analysis, standard offer.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0773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240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377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56377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 spot: enough spend for the number to matter, no dedicated FinOps team to defend the status quo.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6377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here. Two pilots prove the motion on real numbers.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8549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4581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04581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304581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accounts, biggest absolute savings, hardest sell — they have FinOps and will interrogate every term.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304581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last, armed with your own pilot data.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80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PLAYS, BY ACCOUNT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stable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at the next QBR. Open with the account's own coverage number, not a product.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0773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4548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onboarding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4548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during the listing build — the analysis rides the access the build already needs.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48549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6293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GPU-heavy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86293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forecast variance, not the discount — too volatile to commit for a year, let alone three.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the motion like marketplace revenue: accounts connected, coverage baseline, savings realised, premium billed, rev-share accrued. The constraint is calendar time and analysis throughput, not lead generation — every account is already a customer. Bands: ProsperOps median Effective Savings Rate by annual AWS compute usage.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02  ·  THE COMPETITIVE WEDGE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Automatum subscription self-funding.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already competes on price — roughly a fifth of what legacy marketplace platforms charge. Archera changes the comparison entirely: the customer's own AWS bill starts paying for the marketplace programme.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TODAY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at a fraction of the incumbents' price.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good pitch, and it is still a cost line. A finance team has to approve it against everything else competing for the same budget.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05576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6472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WITH ARCHERA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6472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that returns tens of thousands a year.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16472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subscription, argued from the customer's own billing data. The question moves from “can we afford this?” to “why haven’t we done this already?”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791456"/>
            <a:ext cx="11057839" cy="1005840"/>
          </a:xfrm>
          <a:prstGeom prst="roundRect">
            <a:avLst>
              <a:gd name="adj" fmla="val 636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7824" y="4937760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changes what churn looks like.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subscription that visibly returns more than it costs is not a line item anyone hunts for in a cost-cutting review — and the coverage stops renewing the moment the platform disconnects.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comparison per Automatum's published positioning against legacy marketplace platforms. Savings figures per the worked example on slide 7.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ASSESSMENTS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Foundational Technical Review gates ISV Accelerate and co-sell. Archera auto-populates it from the live environment and writes the results back into the native AWS Well-Architected Tool.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04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the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1518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account and the framework fills itself in. No manual data gathering, no questionnaire chase.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8576" y="2304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whole framework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61518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WAFR, industry and technology Lenses, and the FTR itself.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 to the AWS tooling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966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land in the native AWS Well-Architected Tool, where AWS expects to find them.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52544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08576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current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08576" y="416966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best-practice adoption, flag regressions, assign remediation, and keep an audit history.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0" y="2139696"/>
            <a:ext cx="3395167" cy="2944368"/>
          </a:xfrm>
          <a:prstGeom prst="roundRect">
            <a:avLst>
              <a:gd name="adj" fmla="val 217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2359152"/>
            <a:ext cx="28465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706624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fits inside the ~14-day go-live rather than extending it.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56432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reviews help unlock AWS credits, assessment-driven discounts and funding programmes for the ISV.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206240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gate Automatum clears for the customer instead of handing back with instructions.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036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7824" y="5230368"/>
            <a:ext cx="1043604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checking.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of Automatum's 80+ ISVs have a current FTR, and how many stalled on it. That number is the size of this use case, and Automatum is one of the few parties who can actually find out.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16305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capabilities per Archera partner materials — confirm current scope, including the credits and funding claims, with Archera.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04  ·  UNFORECASTABLE SPEND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Automatum's base skews startup and scaleup SaaS — the segment carrying GPU, training and inference spend with month-to-month variance no one- or three-year term can absorb. Committing it natively means betting a fixed term against a forecast nobody stands behind.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migrations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workloads mid-move while the team decides what stays.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2536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8568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Re-architect freely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28568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terms plus the release guarantee mean nobody is tied to old infrastructure by a bad commitment.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8144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bursty demand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sized to the event rather than to the year.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83751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39783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AI workloads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239783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inference at committed rates, sized to the run — no multi-year bet on a moving baseline.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57839" cy="1060704"/>
          </a:xfrm>
          <a:prstGeom prst="roundRect">
            <a:avLst>
              <a:gd name="adj" fmla="val 6034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" y="4407408"/>
            <a:ext cx="1043604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spend a customer genuinely cannot commit for a year, the alternative to 28.5% is not 36%. It is 0%.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qualifying question for every account: are they buying savings they could not otherwise reach, or paying for an escape hatch they will never use?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rose to 29% of cloud infrastructure spend in Flexera's 2026 State of the Cloud survey — the first increase in five years, attributed to AI workloads. Base-composition skew is a working assumption; confirm from account data.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REVENUE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distributor agreement offers two postures — and the recurring revenue line this deck argues for requires the second.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TIER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95728"/>
            <a:ext cx="479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bonus, not a revenue 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registers the lead; Archera runs the sale, onboarding and support.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one-off bonus of the first month's MRR — nothing recurring.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6112" y="4334256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the odd out-of-scope account. It is not the line this deck argues for.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16472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TIER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2395728"/>
            <a:ext cx="479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recurring, rising with the book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34760" y="3127248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7368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20% under $100K GRI/GSP MRR, Silver 25% under $500K, Gold 30% at $1M+.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4760" y="3730752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27368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motion with joint GTM support; Archera provides Tier-2 support.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34760" y="4334256"/>
            <a:ext cx="137160" cy="137160"/>
          </a:xfrm>
          <a:prstGeom prst="ellipse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27368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 — CPPO, metering, the Partner Portal — are on the next slide.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10912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7824" y="5010912"/>
            <a:ext cx="1043604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angle.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AWS's 2025 policy ends the sharing of Reserved Instances and Savings Plans across customers. Archera offers a compliant model plus a net-new revenue stream — directly relevant to any consolidated-billing or managed accounts Automatum operates.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THE RAILS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money moves.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is metered, marketplace-billed, and channel-shared — the same rails Automatum already reconciles.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15798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8483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Marketplace listing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08483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SaaS listing the private offer is issued against.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67004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79806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798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249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CPPO, Automatum as channel partner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272491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 carries Automatum's margin as the channel partner of record.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1012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43814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438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6499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accepts on their own account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3649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on the private offer; onboarded via the Archera Partner Portal.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95020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407822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00507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meters monthly on savings realised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40050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Variable, not a flat subscription — the no-savings-no-fee mechanic, metered.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59028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71830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4718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6451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on the AWS invoice · draws down EDP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498848" y="464515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disburses; Automatum's share arrives through its existing disbursement channel.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726680" y="2029968"/>
            <a:ext cx="3898087" cy="1572768"/>
          </a:xfrm>
          <a:prstGeom prst="roundRect">
            <a:avLst>
              <a:gd name="adj" fmla="val 4070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64424" y="2212848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AUTOMATUM STANDS UP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964424" y="2450592"/>
            <a:ext cx="342259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Channel-partner registration against Archera's listing, an offer template, and metering reconciliation in the existing rhythm. No new billing system.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26680" y="3749040"/>
            <a:ext cx="3898087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3913632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TERMS, PER THE AGREEMENT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964424" y="4133088"/>
            <a:ext cx="34225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 on marketplace net revenue, paid monthly and reported in the Partner Portal. Rev-share applies to net-new entities only — Archera checks each against its existing book. Still open: execution, the starting tier, and the joint GTM plan.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5303520"/>
            <a:ext cx="11057839" cy="603504"/>
          </a:xfrm>
          <a:prstGeom prst="roundRect">
            <a:avLst>
              <a:gd name="adj" fmla="val 10606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7824" y="5303520"/>
            <a:ext cx="104360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ISV, the charge is marketplace spend. </a:t>
            </a:r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consolidates onto the AWS invoice and draws down committed spend they were going to burn anyway.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per Archera's Distributor Partner Agreement template (Appendix A) — unsigned, so everything here is subject to execution. Azure and GCP channel private offers are approved routes under the same agreement.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works at this scale.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realised savings — actual bill reduction after Archera's premium — measured over a recent full month from live platform data, across five enterprises on three clouds.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~$20.2M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net savings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2536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1992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91992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the reservable base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144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7600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93–100%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97600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utilisation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83751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03207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clouds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203207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(BY VERTICAL)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0540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184648" y="305409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/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30540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722376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3383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infrastructure / DevOps SaaS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184648" y="33832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$1,098,000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84848" y="3383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404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 SaaS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84648" y="3840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$209,800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3840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2976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Vertical-market ERP SaaS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297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84648" y="42976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$164,600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84848" y="4297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548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Building-materials distribution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584448" y="47548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184648" y="4754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$150,000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84848" y="4754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2120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/ regulatory-compliance SaaS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584448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184648" y="5212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784848" y="5212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138160" y="3054096"/>
            <a:ext cx="3486607" cy="2615184"/>
          </a:xfrm>
          <a:prstGeom prst="roundRect">
            <a:avLst>
              <a:gd name="adj" fmla="val 244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30768" y="3310128"/>
            <a:ext cx="290139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“Teams no longer have to worry about over-committing or being stuck on the wrong instance types. It’s simplified our FinOps workflows tremendously.”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430768" y="4882896"/>
            <a:ext cx="290139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Gupta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AI Infrastructure, Floyo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Archera's customer reference pack, which is marked confidential — confirm clearance with Archera before circulating this deck outside Automatum. All savings are net of Archera's premium and achieved through rate optimisation only: no re-architecting and no workload migration. Anonymised by vertical; a named reference exists in Archera's pack, pending clearance. Quote from Archera's published materials — separate from the five anonymised enterprises.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plugs in, and a 90-day plan.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FTR / Well-Architected in the go-live window — scope to confirm.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2536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0280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10280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billed through the same CPPO channel as the listing.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8144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data gives AWS sellers a reason to engage the account.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83751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1495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visibility, regression alerts and recurring premium revenue.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257860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install earns its keep at every stage of the motion Automatum already runs.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and pilot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5953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3385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Archera from AWS Marketplace on two friendly ISV accounts.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385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 and baseline current commitment coverage.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3385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automated Well-Architected Review end to end.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0773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05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98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30–60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8205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60034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7466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attach offer, with the savings number as the opening line.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0034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7466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distributor agreement and clear its free enablement bar.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0034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7466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account team on the talk track and the qualifying question.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8549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22869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889797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60–90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8322869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and co-sell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8341157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15477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the base mid-band first, largest accounts last — the slide 11 order.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41157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15477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 with AWS and Archera on qualified accounts.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41157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15477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savings delivered, AWS funding unlocked, and new margin.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this, and what to validate.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481328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workload is genuinely stable and the customer will run it for three years, they should buy the three-year commitment themselves and keep all 57%.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for the spend that genuinely cannot be committed — which, for a startup and scaleup base, is a great deal more of the bill than most teams would guess.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cover: off by default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to be switched on with Archera. A customer can hold release-only cover while believing they are rebate-protected.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not automatic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has to file the request — and for EC2, the RI Marketplace must be enabled on the account first.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8144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economics per account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34176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is transparent, but the right term depends on expected utilisation. Run the numbers before recommending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3751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9783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and billing ownership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39783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install, and the customer keeps full ownership and control of their AWS billing. Make that explicit in every engagement.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5175504"/>
            <a:ext cx="11057839" cy="950976"/>
          </a:xfrm>
          <a:prstGeom prst="roundRect">
            <a:avLst>
              <a:gd name="adj" fmla="val 673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" y="5175504"/>
            <a:ext cx="1043604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disclosure.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recommending this is paid on it — Archera, us, and once the rev-share is live, Automatum too. We will still tell you when the right answer is the native three-year. And the guarantees themselves are contractual under Archera's terms, backed by third-party reinsurance — not regulated insurance.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customers’ AWS bills
</a:t>
            </a:r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reason to stay.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151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attached to a base that already exists. It auto-populates the Well-Architected reviews Automatum's ISVs need, produces savings on bills they already pay, and opens a recurring revenue line through the marketplace channel Automatum already runs — with almost no cost to introduce.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or AI-heavy AWS spend, and a relationship that will tolerate a first run.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0773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coverage baseline, at no cost and no commitment.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8549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2869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distributor agreement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2869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rev-share, paid monthly through the marketplace channel.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527487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Only Best Practices · AWS Alliance Advisory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Putting Archera to work for Automatum</dc:title>
  <dc:subject>PptxGenJS Presentation</dc:subject>
  <dc:creator>Only Best Practices</dc:creator>
  <cp:lastModifiedBy>Only Best Practices</cp:lastModifiedBy>
  <cp:revision>1</cp:revision>
  <dcterms:created xsi:type="dcterms:W3CDTF">2026-08-27T07:33:57Z</dcterms:created>
  <dcterms:modified xsi:type="dcterms:W3CDTF">2026-08-27T07:33:57Z</dcterms:modified>
</cp:coreProperties>
</file>